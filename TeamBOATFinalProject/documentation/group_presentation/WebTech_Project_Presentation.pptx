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81"/>
    <p:restoredTop sz="94610"/>
  </p:normalViewPr>
  <p:slideViewPr>
    <p:cSldViewPr snapToGrid="0" snapToObjects="1">
      <p:cViewPr>
        <p:scale>
          <a:sx n="150" d="100"/>
          <a:sy n="150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61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06841"/>
            <a:ext cx="3786188" cy="106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DiaryPro: A Day In My Life Journal</a:t>
            </a:r>
            <a:endParaRPr lang="en-US" sz="32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2971715"/>
            <a:ext cx="3571875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Web Application for Personal Reflection and Mood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6" y="1174840"/>
            <a:ext cx="3571875" cy="2793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4561"/>
            <a:ext cx="3786188" cy="56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Documenting Life and Tracking Wellness</a:t>
            </a:r>
            <a:endParaRPr lang="en-US" sz="16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89404"/>
            <a:ext cx="1422954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User Group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530506"/>
            <a:ext cx="3786188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DiaryPro serves individuals who seek a private, secure, and multimedia-rich platform for daily journaling and self-reflection. Our target users value mental wellness and personal growth.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444692"/>
            <a:ext cx="788486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685794"/>
            <a:ext cx="3786188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journaling is often static and lacks analytical capabilities. DiaryPro solves the problem of fragmented memory and untracked emotional patterns by providing a centralized, digital, and analytical journal.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798547"/>
            <a:ext cx="64729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Roles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4039648"/>
            <a:ext cx="4028539" cy="1692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Registered User:</a:t>
            </a:r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access to entries, profile, and mood analytics.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4318254"/>
            <a:ext cx="3786188" cy="33855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User:</a:t>
            </a:r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view of sample entries and quotes for demonstration purposes.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314534"/>
            <a:ext cx="3214688" cy="25144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95148"/>
            <a:ext cx="4000500" cy="5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 Enabling Comprehensive Personal Documentation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7186" y="1586638"/>
            <a:ext cx="30398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1" y="1586638"/>
            <a:ext cx="356507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&amp; Profile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2" y="1799163"/>
            <a:ext cx="357187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sign up, log in, and manage their profiles securely using Supabase Auth.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7186" y="2333494"/>
            <a:ext cx="30398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5812" y="2333494"/>
            <a:ext cx="285129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 Entry Management (CRUD)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5812" y="2546020"/>
            <a:ext cx="357187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Create, Read, Update, and Delete daily entries, supporting text, images, audio, and video uploads.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7186" y="3080351"/>
            <a:ext cx="30398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5811" y="3080351"/>
            <a:ext cx="185225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Mood Tracking &amp; Insights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5812" y="3292877"/>
            <a:ext cx="357187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tag entries with moods, and the system provides visual analytics to track emotional trends over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7186" y="3827208"/>
            <a:ext cx="30398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85812" y="3827208"/>
            <a:ext cx="163028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 &amp; UI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5812" y="4039733"/>
            <a:ext cx="3571876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features a dynamic calendar dashboard and motivational quotes, utilizing modern client-server communication (AJAX/fetch).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741289"/>
            <a:ext cx="3214688" cy="16609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4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7094314" cy="294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3-Tier Architecture with Modern Separation of Concerns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7572" y="1383906"/>
            <a:ext cx="256481" cy="428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214438" y="1011538"/>
            <a:ext cx="5786438" cy="12108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14438" y="1011538"/>
            <a:ext cx="28575" cy="121086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93031" y="1190132"/>
            <a:ext cx="155023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Tier (Client)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93031" y="1436591"/>
            <a:ext cx="1516441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&amp; Interaction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93031" y="1658048"/>
            <a:ext cx="542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all user-facing elements and interactions. Built with standard HTML5, CSS3, and JavaScript for a responsive, accessible experience.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3031" y="2086673"/>
            <a:ext cx="2374048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HTML5, CSS3, JavaScript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22068" y="2272410"/>
            <a:ext cx="128240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000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7572" y="2944816"/>
            <a:ext cx="256481" cy="428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14438" y="2572448"/>
            <a:ext cx="5786438" cy="12108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14438" y="2572448"/>
            <a:ext cx="28575" cy="121086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93031" y="2751041"/>
            <a:ext cx="152766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Tier (Server)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393031" y="2997501"/>
            <a:ext cx="1867499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&amp; Data Processing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93031" y="3218957"/>
            <a:ext cx="542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business logic, data validation, authentication, and secure communication between the client and database using server-side scripting.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93031" y="3647582"/>
            <a:ext cx="2452594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PHP (Server-Side Scripting)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722068" y="3833320"/>
            <a:ext cx="128240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000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7572" y="4505725"/>
            <a:ext cx="256481" cy="428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214438" y="4133357"/>
            <a:ext cx="5786438" cy="12108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214438" y="4133357"/>
            <a:ext cx="28575" cy="121086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GH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393031" y="4311951"/>
            <a:ext cx="127054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Tier (Database)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393031" y="4558410"/>
            <a:ext cx="1872307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Data Storage &amp; Security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393031" y="4779866"/>
            <a:ext cx="542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secure, relational data storage with built-in Row Level Security (RLS) policies. Ensures data integrity through foreign keys, indexes, and triggers.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93031" y="5208491"/>
            <a:ext cx="2479846" cy="118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Supabase, PostgreSQL, SQL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Implementation Details: A Modern, Scalable Stack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82976"/>
            <a:ext cx="1512722" cy="243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304432"/>
            <a:ext cx="3857625" cy="5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HTML5, CSS3, and JavaScript for client-side rendering and interaction.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14875" y="1082976"/>
            <a:ext cx="1385700" cy="243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Backend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14875" y="1304432"/>
            <a:ext cx="4007094" cy="5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for server-side logic and Supabase (PostgreSQL) for data persistence.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1954513"/>
            <a:ext cx="1674626" cy="243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2175970"/>
            <a:ext cx="3857625" cy="5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(Server-Side), JavaScript (Client-Side), HTML, CSS, SQL (Database Schema).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14875" y="1954513"/>
            <a:ext cx="775533" cy="243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14875" y="2175970"/>
            <a:ext cx="3857625" cy="520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structure with tables for moods, entries, and media_files, linked by Foreign Keys.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3157538"/>
            <a:ext cx="1000125" cy="1000125"/>
          </a:xfrm>
          <a:prstGeom prst="rect">
            <a:avLst/>
          </a:prstGeom>
          <a:solidFill>
            <a:srgbClr val="777777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3" name="Text 10"/>
          <p:cNvSpPr/>
          <p:nvPr/>
        </p:nvSpPr>
        <p:spPr>
          <a:xfrm>
            <a:off x="571485" y="3157538"/>
            <a:ext cx="10001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PHP</a:t>
            </a:r>
            <a:endParaRPr lang="en-US" sz="1193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19" y="2828345"/>
            <a:ext cx="2179424" cy="2179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0" y="-31617"/>
            <a:ext cx="9211734" cy="5325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910272" cy="269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 Development: Enhancing Design and Ensuring Responsibility</a:t>
            </a:r>
            <a:endParaRPr lang="en-US" sz="16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51939"/>
            <a:ext cx="148547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Tool &amp; Application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4374" y="1528611"/>
            <a:ext cx="306174" cy="175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375" y="1772843"/>
            <a:ext cx="4100481" cy="175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(LLM) used for UI generation and code scaffolding.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375" y="2143823"/>
            <a:ext cx="718145" cy="175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4375" y="2395640"/>
            <a:ext cx="5322358" cy="94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detailed UI specification in </a:t>
            </a:r>
            <a:r>
              <a:rPr lang="en-US" sz="10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UI.md</a:t>
            </a: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prompt used to generate initial code for the previous stack. This prompt informed the design and structure of was the current PHP/CSS/HTML implementation.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2631377"/>
            <a:ext cx="65" cy="170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571500" y="2972497"/>
            <a:ext cx="266276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Reflection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5806" y="3284572"/>
            <a:ext cx="282866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AI Integration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5806" y="3502456"/>
            <a:ext cx="4809861" cy="4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Accelerated the initial design phase and ensured a high-quality, consistent UI/UX standard. The AI tool provided a rapid design blueprint that was translated into the current stack.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5806" y="4163923"/>
            <a:ext cx="1744927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Practices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5806" y="4381807"/>
            <a:ext cx="5910527" cy="485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was used as a </a:t>
            </a:r>
            <a:r>
              <a:rPr lang="en-US" sz="105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for design and scaffolding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for critical business logic or data handling. All code, including the current PHP/CSS/HTML implementation, was subject to human review and integration, ensuring transparency and accountability.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5859"/>
            <a:ext cx="6057900" cy="58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Demonstration: A Day in the Life of a DiaryPro User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11538"/>
            <a:ext cx="6429375" cy="363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registered user logs in to DiaryPro, reviews their mood trends on the dashboard, and creates a new multimedia entry for the day, tagging it with a mood. The system reflects the new entry in real-time across the interface.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754488"/>
            <a:ext cx="357188" cy="31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1563" y="1754488"/>
            <a:ext cx="1373774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as Registered User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1563" y="1958085"/>
            <a:ext cx="3122650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credentials and authenticates via Supabase Auth.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14875" y="1754488"/>
            <a:ext cx="357188" cy="31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14938" y="1754488"/>
            <a:ext cx="180979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 to Dashboard/Calendar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14938" y="1958085"/>
            <a:ext cx="3357563" cy="321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views the monthly calendar with highlighted entry dates and recent events list.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2563853"/>
            <a:ext cx="357188" cy="31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71563" y="2563853"/>
            <a:ext cx="1098058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Entry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1563" y="2767450"/>
            <a:ext cx="33575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writes journal text, uploads an image, and selects a mood tag (e.g., Happy, Motivated).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14875" y="2563853"/>
            <a:ext cx="357188" cy="31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14938" y="2563853"/>
            <a:ext cx="158376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Entry in Recent Events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14938" y="2767450"/>
            <a:ext cx="3357563" cy="318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entry appears immediately in the recent events list on the dashboard.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3373217"/>
            <a:ext cx="357188" cy="31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71563" y="3373217"/>
            <a:ext cx="1059585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Insights Page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71563" y="3576814"/>
            <a:ext cx="33575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navigates to the Insights page to view mood analytics and emotional trends over time.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1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326" y="681724"/>
            <a:ext cx="3345468" cy="294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Next Steps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97288"/>
            <a:ext cx="8001000" cy="34695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722341"/>
            <a:ext cx="8001000" cy="73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DiaryPro successfully delivers a secure, full-stack journaling application built with PHP for server-side logic and </a:t>
            </a:r>
            <a:r>
              <a:rPr lang="en-US" sz="11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data management. The application provides users with a comprehensive platform for personal reflection, mood tracking, and emotional analysis, all while maintaining the highest standards of data security and privacy through Supabase Row Level Security policies.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658173"/>
            <a:ext cx="8001000" cy="34695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&amp; Enhancements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097513"/>
            <a:ext cx="179536" cy="28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1531" y="3083226"/>
            <a:ext cx="1936428" cy="223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and Video Entry Support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1531" y="3265391"/>
            <a:ext cx="7750969" cy="47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multimedia capabilities to fully utilize the schema's support for audio and video files, enabling users to record voice memos and video reflections alongside text entries.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728284"/>
            <a:ext cx="179536" cy="28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1531" y="3713997"/>
            <a:ext cx="1431482" cy="223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Sharing Features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1531" y="3896162"/>
            <a:ext cx="7750969" cy="47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optional, privacy-controlled sharing capabilities that allow users to share selected entries or insights with trusted friends or communities while maintaining strict data privacy controls.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4359055"/>
            <a:ext cx="179536" cy="28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4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1531" y="4344767"/>
            <a:ext cx="1798569" cy="223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Mobile Application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1531" y="4526933"/>
            <a:ext cx="7750969" cy="47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native iOS and Android applications to extend DiaryPro's accessibility, enabling users to journal on-the-go with offline support and push notifications for daily reflection reminders.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9144000" cy="5227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09374" y="471488"/>
            <a:ext cx="2325252" cy="5834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-2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1757" y="1374446"/>
            <a:ext cx="1540486" cy="21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  <a:endParaRPr lang="en-US" sz="119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944</Words>
  <Application>Microsoft Macintosh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Leslie Tettey</cp:lastModifiedBy>
  <cp:revision>3</cp:revision>
  <dcterms:created xsi:type="dcterms:W3CDTF">2025-11-30T22:52:01Z</dcterms:created>
  <dcterms:modified xsi:type="dcterms:W3CDTF">2025-11-30T23:29:00Z</dcterms:modified>
</cp:coreProperties>
</file>